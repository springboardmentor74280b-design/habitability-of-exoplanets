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  <p:sldId id="265" r:id="rId10"/>
    <p:sldId id="267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CB1B5-CE0B-4B8B-9096-C5B9D2E4412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0486A-41FF-4368-BC97-0650B049B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55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0486A-41FF-4368-BC97-0650B049B8F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803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ringboardmentor74280b-design/Habitability-of-Exoplanets/tree/rushitha-konangi" TargetMode="External"/><Relationship Id="rId2" Type="http://schemas.openxmlformats.org/officeDocument/2006/relationships/hyperlink" Target="https://habitability-of-exoplanets-2.onrender.com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AF44-0B98-D6A5-BB6E-B517AD5BC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6117" y="646745"/>
            <a:ext cx="9733934" cy="2421464"/>
          </a:xfrm>
        </p:spPr>
        <p:txBody>
          <a:bodyPr/>
          <a:lstStyle/>
          <a:p>
            <a:pPr algn="l"/>
            <a:r>
              <a:rPr lang="en-IN" b="1"/>
              <a:t>EXOPLANET </a:t>
            </a:r>
            <a:r>
              <a:rPr lang="en-IN" b="1" dirty="0"/>
              <a:t>HABITABILITY PREDICTION</a:t>
            </a:r>
            <a:br>
              <a:rPr lang="en-IN" b="1" dirty="0"/>
            </a:br>
            <a:r>
              <a:rPr lang="en-IN" b="1" dirty="0"/>
              <a:t>        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6A361-28B7-DEF4-7914-CD14DFC75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4221" y="3789792"/>
            <a:ext cx="7197726" cy="1405467"/>
          </a:xfrm>
        </p:spPr>
        <p:txBody>
          <a:bodyPr/>
          <a:lstStyle/>
          <a:p>
            <a:pPr algn="l"/>
            <a:r>
              <a:rPr lang="en-IN" sz="3200" dirty="0"/>
              <a:t>Name     :  </a:t>
            </a:r>
            <a:r>
              <a:rPr lang="en-IN" sz="3200" dirty="0" err="1"/>
              <a:t>rushitha</a:t>
            </a:r>
            <a:r>
              <a:rPr lang="en-IN" sz="3200" dirty="0"/>
              <a:t> </a:t>
            </a:r>
            <a:r>
              <a:rPr lang="en-IN" sz="3200" dirty="0" err="1"/>
              <a:t>konangi</a:t>
            </a:r>
            <a:endParaRPr lang="en-IN" sz="3200" dirty="0"/>
          </a:p>
          <a:p>
            <a:pPr algn="l"/>
            <a:r>
              <a:rPr lang="en-IN" sz="3200" dirty="0"/>
              <a:t>Branch :  </a:t>
            </a:r>
            <a:r>
              <a:rPr lang="en-IN" sz="3200" dirty="0" err="1"/>
              <a:t>ece</a:t>
            </a:r>
            <a:r>
              <a:rPr lang="en-IN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1817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24C8-7DB6-33DE-0E31-5E1A9880B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9832" y="619431"/>
            <a:ext cx="5386168" cy="4011561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PROJECT OVERVIEW</a:t>
            </a:r>
          </a:p>
          <a:p>
            <a:r>
              <a:rPr lang="en-US" sz="2800" dirty="0"/>
              <a:t>Predict exoplanet habitability using ML</a:t>
            </a:r>
          </a:p>
          <a:p>
            <a:r>
              <a:rPr lang="en-US" sz="2800" dirty="0"/>
              <a:t>Uses planetary and stellar data</a:t>
            </a:r>
          </a:p>
          <a:p>
            <a:r>
              <a:rPr lang="en-US" sz="2800" dirty="0"/>
              <a:t>Binary and multi-class classification</a:t>
            </a:r>
          </a:p>
          <a:p>
            <a:endParaRPr lang="en-IN" sz="2800" b="1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8EF79-F089-8F66-5CA2-E48469D55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5832" y="2625212"/>
            <a:ext cx="5230760" cy="3510117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PROBLEM STATEMENT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US" sz="2800" dirty="0"/>
              <a:t>No direct habitability label</a:t>
            </a:r>
          </a:p>
          <a:p>
            <a:r>
              <a:rPr lang="en-US" sz="2800" dirty="0"/>
              <a:t>Missing values and outliers</a:t>
            </a:r>
          </a:p>
          <a:p>
            <a:r>
              <a:rPr lang="en-US" sz="2800" dirty="0"/>
              <a:t>Highly imbalanced dataset</a:t>
            </a:r>
          </a:p>
          <a:p>
            <a:endParaRPr lang="en-IN" sz="28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692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6518E-2E3F-13A8-32F9-FCBE7B590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330" y="637732"/>
            <a:ext cx="5518353" cy="3649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       DATASET USED</a:t>
            </a:r>
          </a:p>
          <a:p>
            <a:r>
              <a:rPr lang="en-IN" sz="3000" dirty="0"/>
              <a:t>NASA Exoplanet Archive (Kaggle)</a:t>
            </a:r>
          </a:p>
          <a:p>
            <a:r>
              <a:rPr lang="en-IN" sz="3000" dirty="0"/>
              <a:t>Planet radius, mass, temperature</a:t>
            </a:r>
          </a:p>
          <a:p>
            <a:r>
              <a:rPr lang="en-IN" sz="3000" dirty="0"/>
              <a:t>Orbital distance and star properties</a:t>
            </a:r>
            <a:endParaRPr lang="en-IN" sz="3000" b="1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8FB66-2145-0277-E472-D6186C63D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319" y="2462299"/>
            <a:ext cx="5518351" cy="33608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       DATA PREPROCESSING</a:t>
            </a:r>
          </a:p>
          <a:p>
            <a:r>
              <a:rPr lang="en-US" sz="2800" dirty="0"/>
              <a:t>Removed irrelevant columns</a:t>
            </a:r>
          </a:p>
          <a:p>
            <a:r>
              <a:rPr lang="en-US" sz="2800" dirty="0"/>
              <a:t>Handled missing values</a:t>
            </a:r>
          </a:p>
          <a:p>
            <a:r>
              <a:rPr lang="en-US" sz="2800" dirty="0"/>
              <a:t>Outlier detection and cleaning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7422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13804-AAF6-D209-E6E4-1548C8A08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7623" y="568225"/>
            <a:ext cx="5588377" cy="3363997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  EXPLORATORY DATA ANALYSIS</a:t>
            </a:r>
          </a:p>
          <a:p>
            <a:r>
              <a:rPr lang="en-US" sz="3200" dirty="0"/>
              <a:t>Histogram and boxplots</a:t>
            </a:r>
          </a:p>
          <a:p>
            <a:r>
              <a:rPr lang="en-US" sz="3200" dirty="0"/>
              <a:t>Scatter plots</a:t>
            </a:r>
          </a:p>
          <a:p>
            <a:r>
              <a:rPr lang="en-US" sz="3200" dirty="0"/>
              <a:t>Correlation heatmaps</a:t>
            </a:r>
            <a:endParaRPr lang="en-IN" sz="3200" b="1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91BEA-4EAA-2BD0-0649-6B99282F2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8419" y="2889321"/>
            <a:ext cx="5286098" cy="2960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    FEATURE ENGINEERING</a:t>
            </a:r>
          </a:p>
          <a:p>
            <a:r>
              <a:rPr lang="en-US" sz="3200" dirty="0"/>
              <a:t>Habitability score index</a:t>
            </a:r>
          </a:p>
          <a:p>
            <a:r>
              <a:rPr lang="en-US" sz="3200" dirty="0"/>
              <a:t>Stellar compatibility index</a:t>
            </a:r>
          </a:p>
          <a:p>
            <a:r>
              <a:rPr lang="en-US" sz="3200" dirty="0"/>
              <a:t>Scaling and PCA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809507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70106-1C56-7CCC-FB5A-C2046B393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331" y="814711"/>
            <a:ext cx="5675669" cy="3265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  CLASS IMBALANCE HANDLING</a:t>
            </a:r>
          </a:p>
          <a:p>
            <a:r>
              <a:rPr lang="en-US" sz="3200" dirty="0"/>
              <a:t>Habitable planets are rare</a:t>
            </a:r>
          </a:p>
          <a:p>
            <a:r>
              <a:rPr lang="en-US" sz="3200" dirty="0"/>
              <a:t>Applied SMOTE</a:t>
            </a:r>
          </a:p>
          <a:p>
            <a:r>
              <a:rPr lang="en-US" sz="3200" dirty="0"/>
              <a:t>Stratified 80:20 split</a:t>
            </a:r>
          </a:p>
          <a:p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FA645-4194-B677-9A94-6084CF22D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3822" y="2447549"/>
            <a:ext cx="4995332" cy="3614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     ML MODELS USED</a:t>
            </a:r>
          </a:p>
          <a:p>
            <a:r>
              <a:rPr lang="en-US" sz="3200" dirty="0"/>
              <a:t>Logistic Regression</a:t>
            </a:r>
          </a:p>
          <a:p>
            <a:r>
              <a:rPr lang="en-US" sz="3200" dirty="0"/>
              <a:t>Support Vector Machine</a:t>
            </a:r>
          </a:p>
          <a:p>
            <a:r>
              <a:rPr lang="en-US" sz="3200" dirty="0"/>
              <a:t>Random Forest</a:t>
            </a:r>
          </a:p>
          <a:p>
            <a:r>
              <a:rPr lang="en-US" sz="3200" dirty="0" err="1"/>
              <a:t>XGBoost</a:t>
            </a:r>
            <a:endParaRPr lang="en-US" sz="3200" dirty="0"/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49610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6D46-AB98-648C-FCE7-30277BD9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    </a:t>
            </a:r>
            <a:r>
              <a:rPr lang="en-IN" sz="4000" b="1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8CC4D-5379-02CB-2702-A5CBF0103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6487" y="2161732"/>
            <a:ext cx="5488855" cy="274456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Accuracy, Precision, Recall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F1-Score and ROC-AUC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Confusion Matrix</a:t>
            </a:r>
            <a:endParaRPr lang="en-IN" sz="32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59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B02EC8F0-83EF-425D-C98C-305679409BE3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0" y="0"/>
            <a:ext cx="12192000" cy="677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IN" b="1" dirty="0"/>
              <a:t>                                              </a:t>
            </a:r>
            <a:r>
              <a:rPr lang="en-IN" sz="4000" b="1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9D0EF-5758-CE74-4529-A3AC90C81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6" y="1037867"/>
            <a:ext cx="3620114" cy="2989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C5210-265C-34B0-0570-D3C101689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158" y="1037867"/>
            <a:ext cx="3707375" cy="2989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581961-6E91-5D20-4AA1-EC266BBCA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843" y="1037867"/>
            <a:ext cx="3993735" cy="29890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A06E2A-EDA5-687D-04A9-FF9DAFDCEEB4}"/>
              </a:ext>
            </a:extLst>
          </p:cNvPr>
          <p:cNvSpPr txBox="1"/>
          <p:nvPr/>
        </p:nvSpPr>
        <p:spPr>
          <a:xfrm>
            <a:off x="2898845" y="461553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Random Forest performed best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Important features identified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Top exoplanets ranked</a:t>
            </a:r>
          </a:p>
        </p:txBody>
      </p:sp>
    </p:spTree>
    <p:extLst>
      <p:ext uri="{BB962C8B-B14F-4D97-AF65-F5344CB8AC3E}">
        <p14:creationId xmlns:p14="http://schemas.microsoft.com/office/powerpoint/2010/main" val="278430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6B4E-CEAA-D046-C546-613C844A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                   DEPLOYMENT &amp;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5B036-D4BE-DA93-BB91-9D93E63B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7096" y="2526889"/>
            <a:ext cx="5338917" cy="2615381"/>
          </a:xfrm>
        </p:spPr>
        <p:txBody>
          <a:bodyPr/>
          <a:lstStyle/>
          <a:p>
            <a:r>
              <a:rPr lang="en-US" sz="3200" dirty="0" err="1"/>
              <a:t>FastAPI</a:t>
            </a:r>
            <a:r>
              <a:rPr lang="en-US" sz="3200" dirty="0"/>
              <a:t> REST backend</a:t>
            </a:r>
          </a:p>
          <a:p>
            <a:r>
              <a:rPr lang="en-US" sz="3200" dirty="0"/>
              <a:t>Render cloud deployment</a:t>
            </a:r>
          </a:p>
          <a:p>
            <a:r>
              <a:rPr lang="en-US" sz="3200" dirty="0"/>
              <a:t>Interactive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54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4177-3608-CC10-BA98-B69C834C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                               FUTURE SCOPE</a:t>
            </a:r>
            <a:br>
              <a:rPr lang="en-IN" sz="4000" b="1" dirty="0"/>
            </a:b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21174-C3B3-A753-37A5-504FAEA79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273" y="1621228"/>
            <a:ext cx="5400367" cy="2831691"/>
          </a:xfrm>
        </p:spPr>
        <p:txBody>
          <a:bodyPr>
            <a:normAutofit/>
          </a:bodyPr>
          <a:lstStyle/>
          <a:p>
            <a:r>
              <a:rPr lang="en-US" sz="3200" dirty="0"/>
              <a:t>Deep learning models</a:t>
            </a:r>
          </a:p>
          <a:p>
            <a:r>
              <a:rPr lang="en-US" sz="3200" dirty="0"/>
              <a:t>Real-time NASA data</a:t>
            </a:r>
          </a:p>
          <a:p>
            <a:r>
              <a:rPr lang="en-US" sz="3200" dirty="0"/>
              <a:t>Advanced visualization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9911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BA2B40-472D-0440-1C13-73CB514830A9}"/>
              </a:ext>
            </a:extLst>
          </p:cNvPr>
          <p:cNvSpPr txBox="1"/>
          <p:nvPr/>
        </p:nvSpPr>
        <p:spPr>
          <a:xfrm>
            <a:off x="0" y="184538"/>
            <a:ext cx="121920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                        Video Demo:</a:t>
            </a:r>
          </a:p>
          <a:p>
            <a:r>
              <a:rPr lang="en-IN" sz="2400" b="1" dirty="0"/>
              <a:t> </a:t>
            </a:r>
            <a:r>
              <a:rPr lang="en-IN" sz="1600" b="1" dirty="0"/>
              <a:t>https://onedrive.live.com/?qt=allmyphotos&amp;photosData=%2Fshare%2F7455FACDCC191830%21s7ba3f36466c141838e8686b421bd15d1%3Fithint%3Dvideo%26e%3DGx7JbM%26migratedtospo%3Dtrue&amp;cid=7455FACDCC191830&amp;id=7455FACDCC191830%21s7ba3f36466c141838e8686b421bd15d1&amp;redeem=aHR0cHM6Ly8xZHJ2Lm1zL3YvYy83NDU1ZmFjZGNjMTkxODMwL0lRQms4Nk43d1dhRFFZNkdoclFodlJYUkFaUUhGSDJZb3ItSVAxand4RzQzQ1dnP2U9R3g3SmJN&amp;v=photos</a:t>
            </a:r>
          </a:p>
          <a:p>
            <a:endParaRPr lang="en-IN" sz="1600" b="1" dirty="0"/>
          </a:p>
          <a:p>
            <a:endParaRPr lang="en-IN" sz="1600" b="1" dirty="0"/>
          </a:p>
          <a:p>
            <a:r>
              <a:rPr lang="en-IN" sz="2400" b="1" dirty="0"/>
              <a:t>                       Live Application URL:</a:t>
            </a:r>
          </a:p>
          <a:p>
            <a:endParaRPr lang="en-IN" sz="2400" b="1" dirty="0"/>
          </a:p>
          <a:p>
            <a:r>
              <a:rPr lang="en-IN" sz="2400" b="1" dirty="0"/>
              <a:t> </a:t>
            </a:r>
            <a:r>
              <a:rPr lang="en-IN" b="1" dirty="0">
                <a:hlinkClick r:id="rId2"/>
              </a:rPr>
              <a:t>https://habitability-of-exoplanets-2.onrender.com/</a:t>
            </a:r>
            <a:endParaRPr lang="en-IN" b="1" dirty="0"/>
          </a:p>
          <a:p>
            <a:endParaRPr lang="en-IN" b="1" dirty="0"/>
          </a:p>
          <a:p>
            <a:r>
              <a:rPr lang="en-IN" sz="2400" b="1" dirty="0"/>
              <a:t>                       GitHub Repository:</a:t>
            </a:r>
          </a:p>
          <a:p>
            <a:endParaRPr lang="en-IN" sz="2400" b="1" dirty="0"/>
          </a:p>
          <a:p>
            <a:r>
              <a:rPr lang="en-IN" sz="2400" b="1" dirty="0"/>
              <a:t> </a:t>
            </a:r>
            <a:r>
              <a:rPr lang="en-IN" b="1" dirty="0">
                <a:hlinkClick r:id="rId3"/>
              </a:rPr>
              <a:t>https://github.com/springboardmentor74280b-design/Habitability-of-Exoplanets/tree/rushitha-konangi</a:t>
            </a:r>
            <a:endParaRPr lang="en-IN" b="1" dirty="0"/>
          </a:p>
          <a:p>
            <a:endParaRPr lang="en-IN" b="1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4713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C96FAA-8581-7492-24CC-22F900E8A8F7}"/>
              </a:ext>
            </a:extLst>
          </p:cNvPr>
          <p:cNvSpPr txBox="1"/>
          <p:nvPr/>
        </p:nvSpPr>
        <p:spPr>
          <a:xfrm>
            <a:off x="3923072" y="295708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667028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6220-4356-9DFE-72EF-100A9984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957" y="2910350"/>
            <a:ext cx="10131425" cy="1456267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                                    </a:t>
            </a:r>
            <a:r>
              <a:rPr lang="en-IN" sz="6700" b="1" dirty="0"/>
              <a:t>THANK YOU !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2274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{9B19E7D7-B79C-4F7B-95B6-10801AC769AA}TFb5ae2469-0bae-4978-b0e0-39dd046150ff9a115ede-a9c3cc5252b0</Template>
  <TotalTime>93</TotalTime>
  <Words>264</Words>
  <Application>Microsoft Office PowerPoint</Application>
  <PresentationFormat>Widescreen</PresentationFormat>
  <Paragraphs>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EXOPLANET HABITABILITY PREDICTION          USING MACHINE LEARNING</vt:lpstr>
      <vt:lpstr>PowerPoint Presentation</vt:lpstr>
      <vt:lpstr>PowerPoint Presentation</vt:lpstr>
      <vt:lpstr>PowerPoint Presentation</vt:lpstr>
      <vt:lpstr>PowerPoint Presentation</vt:lpstr>
      <vt:lpstr>                              MODEL EVALUATION</vt:lpstr>
      <vt:lpstr>                                              RESULTS</vt:lpstr>
      <vt:lpstr>                   DEPLOYMENT &amp; DASHBOARD</vt:lpstr>
      <vt:lpstr>                               FUTURE SCOPE </vt:lpstr>
      <vt:lpstr>PowerPoint Presentation</vt:lpstr>
      <vt:lpstr>PowerPoint Presentation</vt:lpstr>
      <vt:lpstr>                                    THANK YOU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sahithis013@gmail.com</dc:creator>
  <cp:lastModifiedBy>sahithis013@gmail.com</cp:lastModifiedBy>
  <cp:revision>2</cp:revision>
  <dcterms:created xsi:type="dcterms:W3CDTF">2026-01-20T15:24:07Z</dcterms:created>
  <dcterms:modified xsi:type="dcterms:W3CDTF">2026-01-20T16:58:01Z</dcterms:modified>
</cp:coreProperties>
</file>